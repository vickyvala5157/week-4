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7" r:id="rId6"/>
    <p:sldId id="281" r:id="rId7"/>
    <p:sldId id="317" r:id="rId8"/>
    <p:sldId id="318" r:id="rId9"/>
    <p:sldId id="319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5388" autoAdjust="0"/>
  </p:normalViewPr>
  <p:slideViewPr>
    <p:cSldViewPr snapToGrid="0" snapToObjects="1">
      <p:cViewPr varScale="1">
        <p:scale>
          <a:sx n="91" d="100"/>
          <a:sy n="91" d="100"/>
        </p:scale>
        <p:origin x="571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004603-56AE-4D28-9BA9-CD1A5DE1FFC5}" type="doc">
      <dgm:prSet loTypeId="urn:microsoft.com/office/officeart/2005/8/layout/list1" loCatId="list" qsTypeId="urn:microsoft.com/office/officeart/2005/8/quickstyle/simple5" qsCatId="simple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A2FD5F27-52C1-4E65-81F5-6BF0304AFCD8}">
      <dgm:prSet phldrT="[Text]"/>
      <dgm:spPr/>
      <dgm:t>
        <a:bodyPr/>
        <a:lstStyle/>
        <a:p>
          <a:r>
            <a:rPr lang="en-IN" dirty="0"/>
            <a:t>Data Cleaning using pandas</a:t>
          </a:r>
        </a:p>
      </dgm:t>
    </dgm:pt>
    <dgm:pt modelId="{C3427FF7-9BDE-4432-9B17-F94AC912F072}" type="parTrans" cxnId="{9E7BD5F5-B743-4C17-AEAC-18ABA623F694}">
      <dgm:prSet/>
      <dgm:spPr/>
      <dgm:t>
        <a:bodyPr/>
        <a:lstStyle/>
        <a:p>
          <a:endParaRPr lang="en-IN"/>
        </a:p>
      </dgm:t>
    </dgm:pt>
    <dgm:pt modelId="{64FE5920-EDC2-4E33-B181-6C60F3B86378}" type="sibTrans" cxnId="{9E7BD5F5-B743-4C17-AEAC-18ABA623F694}">
      <dgm:prSet/>
      <dgm:spPr/>
      <dgm:t>
        <a:bodyPr/>
        <a:lstStyle/>
        <a:p>
          <a:endParaRPr lang="en-IN"/>
        </a:p>
      </dgm:t>
    </dgm:pt>
    <dgm:pt modelId="{2DF8BE7E-3633-4F9B-B812-27EBDFEA066B}">
      <dgm:prSet phldrT="[Text]" phldr="0"/>
      <dgm:spPr/>
      <dgm:t>
        <a:bodyPr/>
        <a:lstStyle/>
        <a:p>
          <a:r>
            <a:rPr lang="en-IN" dirty="0"/>
            <a:t>Creating visualizations using python</a:t>
          </a:r>
        </a:p>
      </dgm:t>
    </dgm:pt>
    <dgm:pt modelId="{965FA50D-3129-4C4F-8C85-630833DEF61E}" type="parTrans" cxnId="{A9B67FD8-68CE-4864-8000-3EAED8B56759}">
      <dgm:prSet/>
      <dgm:spPr/>
      <dgm:t>
        <a:bodyPr/>
        <a:lstStyle/>
        <a:p>
          <a:endParaRPr lang="en-IN"/>
        </a:p>
      </dgm:t>
    </dgm:pt>
    <dgm:pt modelId="{C2CC9C67-1163-4B21-B759-B7E34AD4D53E}" type="sibTrans" cxnId="{A9B67FD8-68CE-4864-8000-3EAED8B56759}">
      <dgm:prSet/>
      <dgm:spPr/>
      <dgm:t>
        <a:bodyPr/>
        <a:lstStyle/>
        <a:p>
          <a:endParaRPr lang="en-IN"/>
        </a:p>
      </dgm:t>
    </dgm:pt>
    <dgm:pt modelId="{B07E4493-4629-4CB1-81B1-EE1EE776A2F3}">
      <dgm:prSet phldrT="[Text]" phldr="0"/>
      <dgm:spPr/>
      <dgm:t>
        <a:bodyPr/>
        <a:lstStyle/>
        <a:p>
          <a:r>
            <a:rPr lang="en-IN" dirty="0"/>
            <a:t>Performing basic analytics</a:t>
          </a:r>
        </a:p>
      </dgm:t>
    </dgm:pt>
    <dgm:pt modelId="{85D50C27-A8EF-4595-9F93-04AEC18F491C}" type="sibTrans" cxnId="{5392B565-5B80-4D52-AF0C-BAE1FD222C21}">
      <dgm:prSet/>
      <dgm:spPr/>
      <dgm:t>
        <a:bodyPr/>
        <a:lstStyle/>
        <a:p>
          <a:endParaRPr lang="en-IN"/>
        </a:p>
      </dgm:t>
    </dgm:pt>
    <dgm:pt modelId="{FC11FF9A-63EA-4E05-BC78-061F4A757CE3}" type="parTrans" cxnId="{5392B565-5B80-4D52-AF0C-BAE1FD222C21}">
      <dgm:prSet/>
      <dgm:spPr/>
      <dgm:t>
        <a:bodyPr/>
        <a:lstStyle/>
        <a:p>
          <a:endParaRPr lang="en-IN"/>
        </a:p>
      </dgm:t>
    </dgm:pt>
    <dgm:pt modelId="{C7BAC472-CE4D-45CF-A2A4-E7EA9D85357C}" type="pres">
      <dgm:prSet presAssocID="{3E004603-56AE-4D28-9BA9-CD1A5DE1FFC5}" presName="linear" presStyleCnt="0">
        <dgm:presLayoutVars>
          <dgm:dir/>
          <dgm:animLvl val="lvl"/>
          <dgm:resizeHandles val="exact"/>
        </dgm:presLayoutVars>
      </dgm:prSet>
      <dgm:spPr/>
    </dgm:pt>
    <dgm:pt modelId="{3E6C0155-0118-41D5-8B15-D0D4B27FE9B0}" type="pres">
      <dgm:prSet presAssocID="{A2FD5F27-52C1-4E65-81F5-6BF0304AFCD8}" presName="parentLin" presStyleCnt="0"/>
      <dgm:spPr/>
    </dgm:pt>
    <dgm:pt modelId="{828BC78D-04CC-4268-8A5D-47AF3E7F842F}" type="pres">
      <dgm:prSet presAssocID="{A2FD5F27-52C1-4E65-81F5-6BF0304AFCD8}" presName="parentLeftMargin" presStyleLbl="node1" presStyleIdx="0" presStyleCnt="3"/>
      <dgm:spPr/>
    </dgm:pt>
    <dgm:pt modelId="{036ED28B-1B6F-4D21-AF0C-886681530EA3}" type="pres">
      <dgm:prSet presAssocID="{A2FD5F27-52C1-4E65-81F5-6BF0304AFC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985F8C-EC47-42C4-BED8-580DD714BD3B}" type="pres">
      <dgm:prSet presAssocID="{A2FD5F27-52C1-4E65-81F5-6BF0304AFCD8}" presName="negativeSpace" presStyleCnt="0"/>
      <dgm:spPr/>
    </dgm:pt>
    <dgm:pt modelId="{7F8431C7-B1B7-4B21-B262-6B3F3B9551A3}" type="pres">
      <dgm:prSet presAssocID="{A2FD5F27-52C1-4E65-81F5-6BF0304AFCD8}" presName="childText" presStyleLbl="conFgAcc1" presStyleIdx="0" presStyleCnt="3">
        <dgm:presLayoutVars>
          <dgm:bulletEnabled val="1"/>
        </dgm:presLayoutVars>
      </dgm:prSet>
      <dgm:spPr/>
    </dgm:pt>
    <dgm:pt modelId="{3AFACE2B-6C7D-4580-BE71-8EDEB09498CD}" type="pres">
      <dgm:prSet presAssocID="{64FE5920-EDC2-4E33-B181-6C60F3B86378}" presName="spaceBetweenRectangles" presStyleCnt="0"/>
      <dgm:spPr/>
    </dgm:pt>
    <dgm:pt modelId="{94877A16-9A3B-4213-BF78-80CA8E6BA4D9}" type="pres">
      <dgm:prSet presAssocID="{B07E4493-4629-4CB1-81B1-EE1EE776A2F3}" presName="parentLin" presStyleCnt="0"/>
      <dgm:spPr/>
    </dgm:pt>
    <dgm:pt modelId="{9733B544-4275-4B9A-A93F-9E89BAB9DB57}" type="pres">
      <dgm:prSet presAssocID="{B07E4493-4629-4CB1-81B1-EE1EE776A2F3}" presName="parentLeftMargin" presStyleLbl="node1" presStyleIdx="0" presStyleCnt="3"/>
      <dgm:spPr/>
    </dgm:pt>
    <dgm:pt modelId="{7A6B937C-14D3-44CF-BEE0-CFEF5DE7FB2B}" type="pres">
      <dgm:prSet presAssocID="{B07E4493-4629-4CB1-81B1-EE1EE776A2F3}" presName="parentText" presStyleLbl="node1" presStyleIdx="1" presStyleCnt="3" custScaleX="96719" custLinFactNeighborX="12667" custLinFactNeighborY="-2186">
        <dgm:presLayoutVars>
          <dgm:chMax val="0"/>
          <dgm:bulletEnabled val="1"/>
        </dgm:presLayoutVars>
      </dgm:prSet>
      <dgm:spPr/>
    </dgm:pt>
    <dgm:pt modelId="{DE9DCB5F-725A-48B7-B73F-A9ABFEA7B3F8}" type="pres">
      <dgm:prSet presAssocID="{B07E4493-4629-4CB1-81B1-EE1EE776A2F3}" presName="negativeSpace" presStyleCnt="0"/>
      <dgm:spPr/>
    </dgm:pt>
    <dgm:pt modelId="{E53003B8-B886-4803-B771-80CCF2FB5E9C}" type="pres">
      <dgm:prSet presAssocID="{B07E4493-4629-4CB1-81B1-EE1EE776A2F3}" presName="childText" presStyleLbl="conFgAcc1" presStyleIdx="1" presStyleCnt="3">
        <dgm:presLayoutVars>
          <dgm:bulletEnabled val="1"/>
        </dgm:presLayoutVars>
      </dgm:prSet>
      <dgm:spPr/>
    </dgm:pt>
    <dgm:pt modelId="{2C82C7A0-0290-4D17-88DF-B293A6537C14}" type="pres">
      <dgm:prSet presAssocID="{85D50C27-A8EF-4595-9F93-04AEC18F491C}" presName="spaceBetweenRectangles" presStyleCnt="0"/>
      <dgm:spPr/>
    </dgm:pt>
    <dgm:pt modelId="{7A9E834E-7826-4CAE-9D59-1BB610D037CF}" type="pres">
      <dgm:prSet presAssocID="{2DF8BE7E-3633-4F9B-B812-27EBDFEA066B}" presName="parentLin" presStyleCnt="0"/>
      <dgm:spPr/>
    </dgm:pt>
    <dgm:pt modelId="{6B3F8D17-2542-4B35-8A36-B47FF735F4FB}" type="pres">
      <dgm:prSet presAssocID="{2DF8BE7E-3633-4F9B-B812-27EBDFEA066B}" presName="parentLeftMargin" presStyleLbl="node1" presStyleIdx="1" presStyleCnt="3"/>
      <dgm:spPr/>
    </dgm:pt>
    <dgm:pt modelId="{C33D83C1-F06D-4CC5-9C0C-03C931BADBD6}" type="pres">
      <dgm:prSet presAssocID="{2DF8BE7E-3633-4F9B-B812-27EBDFEA066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E185690-D57C-4265-B26C-4D7DCBBD517B}" type="pres">
      <dgm:prSet presAssocID="{2DF8BE7E-3633-4F9B-B812-27EBDFEA066B}" presName="negativeSpace" presStyleCnt="0"/>
      <dgm:spPr/>
    </dgm:pt>
    <dgm:pt modelId="{DF58F907-9D64-4EA7-BD13-0579FCC27E81}" type="pres">
      <dgm:prSet presAssocID="{2DF8BE7E-3633-4F9B-B812-27EBDFEA066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CBDBC37-79CC-4348-8D4F-A2C1E55A74EB}" type="presOf" srcId="{B07E4493-4629-4CB1-81B1-EE1EE776A2F3}" destId="{9733B544-4275-4B9A-A93F-9E89BAB9DB57}" srcOrd="0" destOrd="0" presId="urn:microsoft.com/office/officeart/2005/8/layout/list1"/>
    <dgm:cxn modelId="{C759AA3B-BC6A-4A01-BC01-1A46799114C1}" type="presOf" srcId="{2DF8BE7E-3633-4F9B-B812-27EBDFEA066B}" destId="{C33D83C1-F06D-4CC5-9C0C-03C931BADBD6}" srcOrd="1" destOrd="0" presId="urn:microsoft.com/office/officeart/2005/8/layout/list1"/>
    <dgm:cxn modelId="{A2BA093C-EE73-4C0F-8118-B817914BF471}" type="presOf" srcId="{2DF8BE7E-3633-4F9B-B812-27EBDFEA066B}" destId="{6B3F8D17-2542-4B35-8A36-B47FF735F4FB}" srcOrd="0" destOrd="0" presId="urn:microsoft.com/office/officeart/2005/8/layout/list1"/>
    <dgm:cxn modelId="{D88D315E-AE3F-4649-9859-D5843A999536}" type="presOf" srcId="{A2FD5F27-52C1-4E65-81F5-6BF0304AFCD8}" destId="{036ED28B-1B6F-4D21-AF0C-886681530EA3}" srcOrd="1" destOrd="0" presId="urn:microsoft.com/office/officeart/2005/8/layout/list1"/>
    <dgm:cxn modelId="{5392B565-5B80-4D52-AF0C-BAE1FD222C21}" srcId="{3E004603-56AE-4D28-9BA9-CD1A5DE1FFC5}" destId="{B07E4493-4629-4CB1-81B1-EE1EE776A2F3}" srcOrd="1" destOrd="0" parTransId="{FC11FF9A-63EA-4E05-BC78-061F4A757CE3}" sibTransId="{85D50C27-A8EF-4595-9F93-04AEC18F491C}"/>
    <dgm:cxn modelId="{CD31C76E-8C0A-46EC-9D6C-618AE68BF888}" type="presOf" srcId="{A2FD5F27-52C1-4E65-81F5-6BF0304AFCD8}" destId="{828BC78D-04CC-4268-8A5D-47AF3E7F842F}" srcOrd="0" destOrd="0" presId="urn:microsoft.com/office/officeart/2005/8/layout/list1"/>
    <dgm:cxn modelId="{21B5688F-2945-44E1-905A-91813F2A77DB}" type="presOf" srcId="{3E004603-56AE-4D28-9BA9-CD1A5DE1FFC5}" destId="{C7BAC472-CE4D-45CF-A2A4-E7EA9D85357C}" srcOrd="0" destOrd="0" presId="urn:microsoft.com/office/officeart/2005/8/layout/list1"/>
    <dgm:cxn modelId="{24249FB4-6510-442E-8AFF-A5C88E163990}" type="presOf" srcId="{B07E4493-4629-4CB1-81B1-EE1EE776A2F3}" destId="{7A6B937C-14D3-44CF-BEE0-CFEF5DE7FB2B}" srcOrd="1" destOrd="0" presId="urn:microsoft.com/office/officeart/2005/8/layout/list1"/>
    <dgm:cxn modelId="{A9B67FD8-68CE-4864-8000-3EAED8B56759}" srcId="{3E004603-56AE-4D28-9BA9-CD1A5DE1FFC5}" destId="{2DF8BE7E-3633-4F9B-B812-27EBDFEA066B}" srcOrd="2" destOrd="0" parTransId="{965FA50D-3129-4C4F-8C85-630833DEF61E}" sibTransId="{C2CC9C67-1163-4B21-B759-B7E34AD4D53E}"/>
    <dgm:cxn modelId="{9E7BD5F5-B743-4C17-AEAC-18ABA623F694}" srcId="{3E004603-56AE-4D28-9BA9-CD1A5DE1FFC5}" destId="{A2FD5F27-52C1-4E65-81F5-6BF0304AFCD8}" srcOrd="0" destOrd="0" parTransId="{C3427FF7-9BDE-4432-9B17-F94AC912F072}" sibTransId="{64FE5920-EDC2-4E33-B181-6C60F3B86378}"/>
    <dgm:cxn modelId="{F4D0FEFF-4745-4774-9BEC-A0F9D7113A67}" type="presParOf" srcId="{C7BAC472-CE4D-45CF-A2A4-E7EA9D85357C}" destId="{3E6C0155-0118-41D5-8B15-D0D4B27FE9B0}" srcOrd="0" destOrd="0" presId="urn:microsoft.com/office/officeart/2005/8/layout/list1"/>
    <dgm:cxn modelId="{94369170-8629-42E4-AEBD-DF65CB8E8B73}" type="presParOf" srcId="{3E6C0155-0118-41D5-8B15-D0D4B27FE9B0}" destId="{828BC78D-04CC-4268-8A5D-47AF3E7F842F}" srcOrd="0" destOrd="0" presId="urn:microsoft.com/office/officeart/2005/8/layout/list1"/>
    <dgm:cxn modelId="{54025AF5-4E3E-4C0A-BC71-8FE7456E609B}" type="presParOf" srcId="{3E6C0155-0118-41D5-8B15-D0D4B27FE9B0}" destId="{036ED28B-1B6F-4D21-AF0C-886681530EA3}" srcOrd="1" destOrd="0" presId="urn:microsoft.com/office/officeart/2005/8/layout/list1"/>
    <dgm:cxn modelId="{8FA46A5E-3C1D-4B96-9C3F-A85EE23A4C8B}" type="presParOf" srcId="{C7BAC472-CE4D-45CF-A2A4-E7EA9D85357C}" destId="{42985F8C-EC47-42C4-BED8-580DD714BD3B}" srcOrd="1" destOrd="0" presId="urn:microsoft.com/office/officeart/2005/8/layout/list1"/>
    <dgm:cxn modelId="{FA5CE63B-B946-49B4-B7E3-DD2220D2DD57}" type="presParOf" srcId="{C7BAC472-CE4D-45CF-A2A4-E7EA9D85357C}" destId="{7F8431C7-B1B7-4B21-B262-6B3F3B9551A3}" srcOrd="2" destOrd="0" presId="urn:microsoft.com/office/officeart/2005/8/layout/list1"/>
    <dgm:cxn modelId="{0D3885B8-3543-4533-B9AD-FEDFCA855352}" type="presParOf" srcId="{C7BAC472-CE4D-45CF-A2A4-E7EA9D85357C}" destId="{3AFACE2B-6C7D-4580-BE71-8EDEB09498CD}" srcOrd="3" destOrd="0" presId="urn:microsoft.com/office/officeart/2005/8/layout/list1"/>
    <dgm:cxn modelId="{9843F010-B7C5-4984-9D5B-6C83D4033219}" type="presParOf" srcId="{C7BAC472-CE4D-45CF-A2A4-E7EA9D85357C}" destId="{94877A16-9A3B-4213-BF78-80CA8E6BA4D9}" srcOrd="4" destOrd="0" presId="urn:microsoft.com/office/officeart/2005/8/layout/list1"/>
    <dgm:cxn modelId="{E3C6DAD4-5814-420D-813C-7588B679751B}" type="presParOf" srcId="{94877A16-9A3B-4213-BF78-80CA8E6BA4D9}" destId="{9733B544-4275-4B9A-A93F-9E89BAB9DB57}" srcOrd="0" destOrd="0" presId="urn:microsoft.com/office/officeart/2005/8/layout/list1"/>
    <dgm:cxn modelId="{E4D7FF32-DBA7-4839-9DCE-F483232A0BE4}" type="presParOf" srcId="{94877A16-9A3B-4213-BF78-80CA8E6BA4D9}" destId="{7A6B937C-14D3-44CF-BEE0-CFEF5DE7FB2B}" srcOrd="1" destOrd="0" presId="urn:microsoft.com/office/officeart/2005/8/layout/list1"/>
    <dgm:cxn modelId="{8183D7D4-1574-42EB-878E-F7A80EB6E7D7}" type="presParOf" srcId="{C7BAC472-CE4D-45CF-A2A4-E7EA9D85357C}" destId="{DE9DCB5F-725A-48B7-B73F-A9ABFEA7B3F8}" srcOrd="5" destOrd="0" presId="urn:microsoft.com/office/officeart/2005/8/layout/list1"/>
    <dgm:cxn modelId="{35ACACDD-FE68-42EC-A1CF-4CD9AEDE548D}" type="presParOf" srcId="{C7BAC472-CE4D-45CF-A2A4-E7EA9D85357C}" destId="{E53003B8-B886-4803-B771-80CCF2FB5E9C}" srcOrd="6" destOrd="0" presId="urn:microsoft.com/office/officeart/2005/8/layout/list1"/>
    <dgm:cxn modelId="{CF2DB081-C6AC-4C11-AC88-9D7C2C68BC76}" type="presParOf" srcId="{C7BAC472-CE4D-45CF-A2A4-E7EA9D85357C}" destId="{2C82C7A0-0290-4D17-88DF-B293A6537C14}" srcOrd="7" destOrd="0" presId="urn:microsoft.com/office/officeart/2005/8/layout/list1"/>
    <dgm:cxn modelId="{C2D25890-59FA-4E08-80C8-93D920117089}" type="presParOf" srcId="{C7BAC472-CE4D-45CF-A2A4-E7EA9D85357C}" destId="{7A9E834E-7826-4CAE-9D59-1BB610D037CF}" srcOrd="8" destOrd="0" presId="urn:microsoft.com/office/officeart/2005/8/layout/list1"/>
    <dgm:cxn modelId="{BDE106AC-0A98-46BB-B42F-BFC5F9F5D9DE}" type="presParOf" srcId="{7A9E834E-7826-4CAE-9D59-1BB610D037CF}" destId="{6B3F8D17-2542-4B35-8A36-B47FF735F4FB}" srcOrd="0" destOrd="0" presId="urn:microsoft.com/office/officeart/2005/8/layout/list1"/>
    <dgm:cxn modelId="{440BF2CE-42AB-42BC-8199-44FF0B6E14F7}" type="presParOf" srcId="{7A9E834E-7826-4CAE-9D59-1BB610D037CF}" destId="{C33D83C1-F06D-4CC5-9C0C-03C931BADBD6}" srcOrd="1" destOrd="0" presId="urn:microsoft.com/office/officeart/2005/8/layout/list1"/>
    <dgm:cxn modelId="{8268E55D-BE74-4647-823A-A13B3E199D75}" type="presParOf" srcId="{C7BAC472-CE4D-45CF-A2A4-E7EA9D85357C}" destId="{6E185690-D57C-4265-B26C-4D7DCBBD517B}" srcOrd="9" destOrd="0" presId="urn:microsoft.com/office/officeart/2005/8/layout/list1"/>
    <dgm:cxn modelId="{087A22DD-B336-47AF-BD69-B3A690D72D15}" type="presParOf" srcId="{C7BAC472-CE4D-45CF-A2A4-E7EA9D85357C}" destId="{DF58F907-9D64-4EA7-BD13-0579FCC27E8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431C7-B1B7-4B21-B262-6B3F3B9551A3}">
      <dsp:nvSpPr>
        <dsp:cNvPr id="0" name=""/>
        <dsp:cNvSpPr/>
      </dsp:nvSpPr>
      <dsp:spPr>
        <a:xfrm>
          <a:off x="0" y="887186"/>
          <a:ext cx="67353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36ED28B-1B6F-4D21-AF0C-886681530EA3}">
      <dsp:nvSpPr>
        <dsp:cNvPr id="0" name=""/>
        <dsp:cNvSpPr/>
      </dsp:nvSpPr>
      <dsp:spPr>
        <a:xfrm>
          <a:off x="336767" y="562466"/>
          <a:ext cx="4714738" cy="649440"/>
        </a:xfrm>
        <a:prstGeom prst="roundRect">
          <a:avLst/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Data Cleaning using pandas</a:t>
          </a:r>
        </a:p>
      </dsp:txBody>
      <dsp:txXfrm>
        <a:off x="368470" y="594169"/>
        <a:ext cx="4651332" cy="586034"/>
      </dsp:txXfrm>
    </dsp:sp>
    <dsp:sp modelId="{E53003B8-B886-4803-B771-80CCF2FB5E9C}">
      <dsp:nvSpPr>
        <dsp:cNvPr id="0" name=""/>
        <dsp:cNvSpPr/>
      </dsp:nvSpPr>
      <dsp:spPr>
        <a:xfrm>
          <a:off x="0" y="1885106"/>
          <a:ext cx="67353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shade val="50000"/>
              <a:hueOff val="69001"/>
              <a:satOff val="21678"/>
              <a:lumOff val="212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6B937C-14D3-44CF-BEE0-CFEF5DE7FB2B}">
      <dsp:nvSpPr>
        <dsp:cNvPr id="0" name=""/>
        <dsp:cNvSpPr/>
      </dsp:nvSpPr>
      <dsp:spPr>
        <a:xfrm>
          <a:off x="379425" y="1546189"/>
          <a:ext cx="4560047" cy="649440"/>
        </a:xfrm>
        <a:prstGeom prst="roundRect">
          <a:avLst/>
        </a:prstGeom>
        <a:gradFill rotWithShape="0">
          <a:gsLst>
            <a:gs pos="0">
              <a:schemeClr val="accent3">
                <a:shade val="50000"/>
                <a:hueOff val="69001"/>
                <a:satOff val="21678"/>
                <a:lumOff val="212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69001"/>
                <a:satOff val="21678"/>
                <a:lumOff val="212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69001"/>
                <a:satOff val="21678"/>
                <a:lumOff val="212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Performing basic analytics</a:t>
          </a:r>
        </a:p>
      </dsp:txBody>
      <dsp:txXfrm>
        <a:off x="411128" y="1577892"/>
        <a:ext cx="4496641" cy="586034"/>
      </dsp:txXfrm>
    </dsp:sp>
    <dsp:sp modelId="{DF58F907-9D64-4EA7-BD13-0579FCC27E81}">
      <dsp:nvSpPr>
        <dsp:cNvPr id="0" name=""/>
        <dsp:cNvSpPr/>
      </dsp:nvSpPr>
      <dsp:spPr>
        <a:xfrm>
          <a:off x="0" y="2883026"/>
          <a:ext cx="67353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shade val="50000"/>
              <a:hueOff val="69001"/>
              <a:satOff val="21678"/>
              <a:lumOff val="212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33D83C1-F06D-4CC5-9C0C-03C931BADBD6}">
      <dsp:nvSpPr>
        <dsp:cNvPr id="0" name=""/>
        <dsp:cNvSpPr/>
      </dsp:nvSpPr>
      <dsp:spPr>
        <a:xfrm>
          <a:off x="336767" y="2558306"/>
          <a:ext cx="4714738" cy="649440"/>
        </a:xfrm>
        <a:prstGeom prst="roundRect">
          <a:avLst/>
        </a:prstGeom>
        <a:gradFill rotWithShape="0">
          <a:gsLst>
            <a:gs pos="0">
              <a:schemeClr val="accent3">
                <a:shade val="50000"/>
                <a:hueOff val="69001"/>
                <a:satOff val="21678"/>
                <a:lumOff val="212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69001"/>
                <a:satOff val="21678"/>
                <a:lumOff val="212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69001"/>
                <a:satOff val="21678"/>
                <a:lumOff val="212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Creating visualizations using python</a:t>
          </a:r>
        </a:p>
      </dsp:txBody>
      <dsp:txXfrm>
        <a:off x="368470" y="2590009"/>
        <a:ext cx="465133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232555"/>
            <a:ext cx="6392421" cy="2208641"/>
          </a:xfrm>
        </p:spPr>
        <p:txBody>
          <a:bodyPr anchor="ctr"/>
          <a:lstStyle/>
          <a:p>
            <a:r>
              <a:rPr lang="en-IN" dirty="0"/>
              <a:t>Python Data Analysis Report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1F8C9-006D-BA4D-9E9A-5DD957F086EF}"/>
              </a:ext>
            </a:extLst>
          </p:cNvPr>
          <p:cNvSpPr txBox="1"/>
          <p:nvPr/>
        </p:nvSpPr>
        <p:spPr>
          <a:xfrm>
            <a:off x="4764948" y="2457974"/>
            <a:ext cx="3221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 Name: </a:t>
            </a:r>
            <a:r>
              <a:rPr lang="en-IN" i="1" dirty="0"/>
              <a:t>Ujala</a:t>
            </a:r>
            <a:br>
              <a:rPr lang="en-IN" dirty="0"/>
            </a:br>
            <a:r>
              <a:rPr lang="en-IN" dirty="0"/>
              <a:t>Course: </a:t>
            </a:r>
            <a:r>
              <a:rPr lang="en-IN" i="1" dirty="0"/>
              <a:t>Python for Data Analysis</a:t>
            </a:r>
            <a:br>
              <a:rPr lang="en-IN" dirty="0"/>
            </a:br>
            <a:r>
              <a:rPr lang="en-IN" dirty="0"/>
              <a:t>Date: </a:t>
            </a:r>
            <a:r>
              <a:rPr lang="en-IN" i="1" dirty="0"/>
              <a:t>27-12-2025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BFA1D-AF04-E8A4-B073-F6D9913A4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28" y="2718737"/>
            <a:ext cx="4014132" cy="4014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828" y="1682408"/>
            <a:ext cx="5723586" cy="549063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-2242" r="35366" b="2242"/>
          <a:stretch>
            <a:fillRect/>
          </a:stretch>
        </p:blipFill>
        <p:spPr>
          <a:xfrm>
            <a:off x="443345" y="0"/>
            <a:ext cx="5043055" cy="6359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90B37-DD37-CE38-AE37-E421B4AB2BB0}"/>
              </a:ext>
            </a:extLst>
          </p:cNvPr>
          <p:cNvSpPr txBox="1"/>
          <p:nvPr/>
        </p:nvSpPr>
        <p:spPr>
          <a:xfrm>
            <a:off x="5641471" y="2567366"/>
            <a:ext cx="61071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75000"/>
                  </a:schemeClr>
                </a:solidFill>
              </a:rPr>
              <a:t>Number of Records: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students</a:t>
            </a:r>
          </a:p>
          <a:p>
            <a:endParaRPr lang="en-IN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75000"/>
                  </a:schemeClr>
                </a:solidFill>
              </a:rPr>
              <a:t>Columns Used:</a:t>
            </a:r>
          </a:p>
          <a:p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StudentID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Gender</a:t>
            </a:r>
          </a:p>
          <a:p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CourseMarks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586967"/>
          </a:xfrm>
        </p:spPr>
        <p:txBody>
          <a:bodyPr/>
          <a:lstStyle/>
          <a:p>
            <a:r>
              <a:rPr lang="en-IN" dirty="0"/>
              <a:t>Data Cleaning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46" y="1954784"/>
            <a:ext cx="5259554" cy="41188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Missing Values found: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Marks column had missing values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Attendance column had a few null entries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Handling missing values: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marks replaced with average marks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attendance values replaced with median attendance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 records removed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r="33424"/>
          <a:stretch>
            <a:fillRect/>
          </a:stretch>
        </p:blipFill>
        <p:spPr>
          <a:xfrm>
            <a:off x="6853806" y="410780"/>
            <a:ext cx="4905083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31" y="702956"/>
            <a:ext cx="7631709" cy="681226"/>
          </a:xfrm>
        </p:spPr>
        <p:txBody>
          <a:bodyPr/>
          <a:lstStyle/>
          <a:p>
            <a:r>
              <a:rPr lang="en-IN" dirty="0"/>
              <a:t>Analysis Insights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1880559"/>
            <a:ext cx="4520243" cy="45662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Average marks by course:</a:t>
            </a:r>
            <a:endParaRPr lang="en-US" alt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BCA students scored the highest average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BSc students showed consistent performance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High-scoring students:</a:t>
            </a:r>
            <a:endParaRPr lang="en-US" alt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scoring above 85 were identified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top scorers had attendance above 90%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738" r="21070" b="-8191"/>
          <a:stretch>
            <a:fillRect/>
          </a:stretch>
        </p:blipFill>
        <p:spPr>
          <a:xfrm>
            <a:off x="7047782" y="526211"/>
            <a:ext cx="5144218" cy="63317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27" y="422297"/>
            <a:ext cx="7843837" cy="1012782"/>
          </a:xfrm>
        </p:spPr>
        <p:txBody>
          <a:bodyPr/>
          <a:lstStyle/>
          <a:p>
            <a:r>
              <a:rPr lang="en-IN"/>
              <a:t>Visualizations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22716" r="22716"/>
          <a:stretch/>
        </p:blipFill>
        <p:spPr>
          <a:xfrm>
            <a:off x="5484480" y="181274"/>
            <a:ext cx="3240947" cy="31998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542B12-C305-2319-DCCF-36A9F1DBC4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95" b="1395"/>
          <a:stretch>
            <a:fillRect/>
          </a:stretch>
        </p:blipFill>
        <p:spPr>
          <a:xfrm>
            <a:off x="8818001" y="3381157"/>
            <a:ext cx="3240947" cy="34289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F60D4AA-7330-491F-170A-4E7527B0C5CC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133052" y="2443816"/>
            <a:ext cx="499262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Bar Chart:</a:t>
            </a:r>
            <a:endParaRPr lang="en-US" alt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Displays average marks for each course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Histogram: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Shows distribution of student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 Most students scored between 60–80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DE3BDB-383B-E41B-09B2-2BDE26F8F1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57" r="357"/>
          <a:stretch>
            <a:fillRect/>
          </a:stretch>
        </p:blipFill>
        <p:spPr>
          <a:xfrm>
            <a:off x="5484480" y="3476844"/>
            <a:ext cx="3240946" cy="3333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451" y="108369"/>
            <a:ext cx="3700945" cy="980844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1576867"/>
            <a:ext cx="2975217" cy="3704266"/>
          </a:xfrm>
        </p:spPr>
        <p:txBody>
          <a:bodyPr/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Key insights: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attendance is linked to better marks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Certain courses show stronger overall performance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of the goals of effective communication is to motivate your audience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50264-7D17-2147-2BFA-C0B8A2F657C3}"/>
              </a:ext>
            </a:extLst>
          </p:cNvPr>
          <p:cNvSpPr txBox="1"/>
          <p:nvPr/>
        </p:nvSpPr>
        <p:spPr>
          <a:xfrm>
            <a:off x="6097398" y="1468470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6"/>
                </a:solidFill>
                <a:latin typeface="+mj-lt"/>
              </a:rPr>
              <a:t>WHAT WE LEARNT: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9D0B378F-5ECB-22C8-36F6-809AAAF78B7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12924405"/>
              </p:ext>
            </p:extLst>
          </p:nvPr>
        </p:nvGraphicFramePr>
        <p:xfrm>
          <a:off x="4949505" y="2120357"/>
          <a:ext cx="6735340" cy="3999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900" y="1764182"/>
            <a:ext cx="5715000" cy="2727709"/>
          </a:xfrm>
        </p:spPr>
        <p:txBody>
          <a:bodyPr/>
          <a:lstStyle/>
          <a:p>
            <a:r>
              <a:rPr lang="en-US" sz="6000" dirty="0"/>
              <a:t>Thank </a:t>
            </a:r>
            <a:br>
              <a:rPr lang="en-US" sz="6000" dirty="0"/>
            </a:br>
            <a:r>
              <a:rPr lang="en-US" sz="60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{37D7C938-D33E-4FE4-BE4B-99FFF7FE52D8}tf78438558_win32</Template>
  <TotalTime>124</TotalTime>
  <Words>183</Words>
  <Application>Microsoft Office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Python Data Analysis Report</vt:lpstr>
      <vt:lpstr>Dataset overview</vt:lpstr>
      <vt:lpstr>Data Cleaning</vt:lpstr>
      <vt:lpstr>Analysis Insights</vt:lpstr>
      <vt:lpstr>Visualizations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Mishra</dc:creator>
  <cp:lastModifiedBy>Gaurav Mishra</cp:lastModifiedBy>
  <cp:revision>1</cp:revision>
  <dcterms:created xsi:type="dcterms:W3CDTF">2025-12-26T18:52:36Z</dcterms:created>
  <dcterms:modified xsi:type="dcterms:W3CDTF">2025-12-26T20:57:32Z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